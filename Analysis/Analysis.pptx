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1B58"/>
    <a:srgbClr val="E782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203C3D-628F-4EF7-B558-57EB393B1881}" v="3" dt="2026-09-27T22:32:00.953"/>
    <p1510:client id="{D63A083F-9802-4579-9BCD-34BEC536E61D}" v="1" dt="2026-09-27T22:00:18.4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an Duy Khoa Nguyen" userId="383025c2-32f8-49d4-bdd6-dd94fbd01dcf" providerId="ADAL" clId="{2C5512F1-E7D2-46B1-924F-B73B280189ED}"/>
    <pc:docChg chg="undo redo custSel modSld">
      <pc:chgData name="Doan Duy Khoa Nguyen" userId="383025c2-32f8-49d4-bdd6-dd94fbd01dcf" providerId="ADAL" clId="{2C5512F1-E7D2-46B1-924F-B73B280189ED}" dt="2026-09-27T22:42:46.838" v="1227" actId="20577"/>
      <pc:docMkLst>
        <pc:docMk/>
      </pc:docMkLst>
      <pc:sldChg chg="addSp delSp modSp mod">
        <pc:chgData name="Doan Duy Khoa Nguyen" userId="383025c2-32f8-49d4-bdd6-dd94fbd01dcf" providerId="ADAL" clId="{2C5512F1-E7D2-46B1-924F-B73B280189ED}" dt="2026-09-27T22:42:46.838" v="1227" actId="20577"/>
        <pc:sldMkLst>
          <pc:docMk/>
          <pc:sldMk cId="0" sldId="256"/>
        </pc:sldMkLst>
        <pc:spChg chg="mod">
          <ac:chgData name="Doan Duy Khoa Nguyen" userId="383025c2-32f8-49d4-bdd6-dd94fbd01dcf" providerId="ADAL" clId="{2C5512F1-E7D2-46B1-924F-B73B280189ED}" dt="2026-09-27T22:32:26.920" v="865" actId="1035"/>
          <ac:spMkLst>
            <pc:docMk/>
            <pc:sldMk cId="0" sldId="256"/>
            <ac:spMk id="2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32:26.920" v="865" actId="1035"/>
          <ac:spMkLst>
            <pc:docMk/>
            <pc:sldMk cId="0" sldId="256"/>
            <ac:spMk id="3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32:26.920" v="865" actId="1035"/>
          <ac:spMkLst>
            <pc:docMk/>
            <pc:sldMk cId="0" sldId="256"/>
            <ac:spMk id="4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32:26.920" v="865" actId="1035"/>
          <ac:spMkLst>
            <pc:docMk/>
            <pc:sldMk cId="0" sldId="256"/>
            <ac:spMk id="5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32:26.920" v="865" actId="1035"/>
          <ac:spMkLst>
            <pc:docMk/>
            <pc:sldMk cId="0" sldId="256"/>
            <ac:spMk id="6" creationId="{00000000-0000-0000-0000-000000000000}"/>
          </ac:spMkLst>
        </pc:spChg>
        <pc:spChg chg="add mod">
          <ac:chgData name="Doan Duy Khoa Nguyen" userId="383025c2-32f8-49d4-bdd6-dd94fbd01dcf" providerId="ADAL" clId="{2C5512F1-E7D2-46B1-924F-B73B280189ED}" dt="2026-09-27T22:42:46.838" v="1227" actId="20577"/>
          <ac:spMkLst>
            <pc:docMk/>
            <pc:sldMk cId="0" sldId="256"/>
            <ac:spMk id="8" creationId="{A677C9A5-F955-5E14-E9AF-4D0F7616C919}"/>
          </ac:spMkLst>
        </pc:spChg>
        <pc:spChg chg="add del mod">
          <ac:chgData name="Doan Duy Khoa Nguyen" userId="383025c2-32f8-49d4-bdd6-dd94fbd01dcf" providerId="ADAL" clId="{2C5512F1-E7D2-46B1-924F-B73B280189ED}" dt="2026-09-27T22:39:07.426" v="947" actId="478"/>
          <ac:spMkLst>
            <pc:docMk/>
            <pc:sldMk cId="0" sldId="256"/>
            <ac:spMk id="9" creationId="{543B5FBA-65E7-A299-A544-5D70B422BFAB}"/>
          </ac:spMkLst>
        </pc:spChg>
      </pc:sldChg>
      <pc:sldChg chg="modSp mod">
        <pc:chgData name="Doan Duy Khoa Nguyen" userId="383025c2-32f8-49d4-bdd6-dd94fbd01dcf" providerId="ADAL" clId="{2C5512F1-E7D2-46B1-924F-B73B280189ED}" dt="2026-09-27T22:33:11.064" v="931" actId="20577"/>
        <pc:sldMkLst>
          <pc:docMk/>
          <pc:sldMk cId="0" sldId="257"/>
        </pc:sldMkLst>
        <pc:spChg chg="mod">
          <ac:chgData name="Doan Duy Khoa Nguyen" userId="383025c2-32f8-49d4-bdd6-dd94fbd01dcf" providerId="ADAL" clId="{2C5512F1-E7D2-46B1-924F-B73B280189ED}" dt="2026-09-27T22:12:23.846" v="402" actId="404"/>
          <ac:spMkLst>
            <pc:docMk/>
            <pc:sldMk cId="0" sldId="257"/>
            <ac:spMk id="3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1:22:34.397" v="32" actId="1035"/>
          <ac:spMkLst>
            <pc:docMk/>
            <pc:sldMk cId="0" sldId="257"/>
            <ac:spMk id="4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1:22:46.374" v="41" actId="403"/>
          <ac:spMkLst>
            <pc:docMk/>
            <pc:sldMk cId="0" sldId="257"/>
            <ac:spMk id="5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1:22:58.714" v="47" actId="123"/>
          <ac:spMkLst>
            <pc:docMk/>
            <pc:sldMk cId="0" sldId="257"/>
            <ac:spMk id="6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1:22:34.158" v="31" actId="1035"/>
          <ac:spMkLst>
            <pc:docMk/>
            <pc:sldMk cId="0" sldId="257"/>
            <ac:spMk id="7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1:22:46.374" v="41" actId="403"/>
          <ac:spMkLst>
            <pc:docMk/>
            <pc:sldMk cId="0" sldId="257"/>
            <ac:spMk id="8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1:22:58.714" v="47" actId="123"/>
          <ac:spMkLst>
            <pc:docMk/>
            <pc:sldMk cId="0" sldId="257"/>
            <ac:spMk id="9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1:22:46.374" v="41" actId="403"/>
          <ac:spMkLst>
            <pc:docMk/>
            <pc:sldMk cId="0" sldId="257"/>
            <ac:spMk id="11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29:27.373" v="724" actId="33524"/>
          <ac:spMkLst>
            <pc:docMk/>
            <pc:sldMk cId="0" sldId="257"/>
            <ac:spMk id="12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1:22:46.374" v="41" actId="403"/>
          <ac:spMkLst>
            <pc:docMk/>
            <pc:sldMk cId="0" sldId="257"/>
            <ac:spMk id="14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1:22:58.714" v="47" actId="123"/>
          <ac:spMkLst>
            <pc:docMk/>
            <pc:sldMk cId="0" sldId="257"/>
            <ac:spMk id="15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1:23:15.266" v="60" actId="403"/>
          <ac:spMkLst>
            <pc:docMk/>
            <pc:sldMk cId="0" sldId="257"/>
            <ac:spMk id="17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27:02.734" v="673" actId="123"/>
          <ac:spMkLst>
            <pc:docMk/>
            <pc:sldMk cId="0" sldId="257"/>
            <ac:spMk id="19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27:02.734" v="673" actId="123"/>
          <ac:spMkLst>
            <pc:docMk/>
            <pc:sldMk cId="0" sldId="257"/>
            <ac:spMk id="21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27:02.734" v="673" actId="123"/>
          <ac:spMkLst>
            <pc:docMk/>
            <pc:sldMk cId="0" sldId="257"/>
            <ac:spMk id="23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27:02.734" v="673" actId="123"/>
          <ac:spMkLst>
            <pc:docMk/>
            <pc:sldMk cId="0" sldId="257"/>
            <ac:spMk id="25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27:02.734" v="673" actId="123"/>
          <ac:spMkLst>
            <pc:docMk/>
            <pc:sldMk cId="0" sldId="257"/>
            <ac:spMk id="27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33:11.064" v="931" actId="20577"/>
          <ac:spMkLst>
            <pc:docMk/>
            <pc:sldMk cId="0" sldId="257"/>
            <ac:spMk id="29" creationId="{00000000-0000-0000-0000-000000000000}"/>
          </ac:spMkLst>
        </pc:spChg>
      </pc:sldChg>
      <pc:sldChg chg="modSp mod">
        <pc:chgData name="Doan Duy Khoa Nguyen" userId="383025c2-32f8-49d4-bdd6-dd94fbd01dcf" providerId="ADAL" clId="{2C5512F1-E7D2-46B1-924F-B73B280189ED}" dt="2026-09-27T22:33:32.160" v="932" actId="313"/>
        <pc:sldMkLst>
          <pc:docMk/>
          <pc:sldMk cId="0" sldId="258"/>
        </pc:sldMkLst>
        <pc:spChg chg="mod">
          <ac:chgData name="Doan Duy Khoa Nguyen" userId="383025c2-32f8-49d4-bdd6-dd94fbd01dcf" providerId="ADAL" clId="{2C5512F1-E7D2-46B1-924F-B73B280189ED}" dt="2026-09-27T22:12:20.902" v="401" actId="404"/>
          <ac:spMkLst>
            <pc:docMk/>
            <pc:sldMk cId="0" sldId="258"/>
            <ac:spMk id="3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1:25:01.566" v="82" actId="403"/>
          <ac:spMkLst>
            <pc:docMk/>
            <pc:sldMk cId="0" sldId="258"/>
            <ac:spMk id="5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1:25:20.334" v="89" actId="404"/>
          <ac:spMkLst>
            <pc:docMk/>
            <pc:sldMk cId="0" sldId="258"/>
            <ac:spMk id="6" creationId="{00000000-0000-0000-0000-000000000000}"/>
          </ac:spMkLst>
        </pc:spChg>
        <pc:spChg chg="mod ord">
          <ac:chgData name="Doan Duy Khoa Nguyen" userId="383025c2-32f8-49d4-bdd6-dd94fbd01dcf" providerId="ADAL" clId="{2C5512F1-E7D2-46B1-924F-B73B280189ED}" dt="2026-09-27T21:26:13.809" v="101" actId="1037"/>
          <ac:spMkLst>
            <pc:docMk/>
            <pc:sldMk cId="0" sldId="258"/>
            <ac:spMk id="7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1:25:06.383" v="84" actId="403"/>
          <ac:spMkLst>
            <pc:docMk/>
            <pc:sldMk cId="0" sldId="258"/>
            <ac:spMk id="9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1:25:20.334" v="89" actId="404"/>
          <ac:spMkLst>
            <pc:docMk/>
            <pc:sldMk cId="0" sldId="258"/>
            <ac:spMk id="10" creationId="{00000000-0000-0000-0000-000000000000}"/>
          </ac:spMkLst>
        </pc:spChg>
        <pc:spChg chg="mod ord">
          <ac:chgData name="Doan Duy Khoa Nguyen" userId="383025c2-32f8-49d4-bdd6-dd94fbd01dcf" providerId="ADAL" clId="{2C5512F1-E7D2-46B1-924F-B73B280189ED}" dt="2026-09-27T21:26:13.809" v="101" actId="103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1:25:06.383" v="84" actId="403"/>
          <ac:spMkLst>
            <pc:docMk/>
            <pc:sldMk cId="0" sldId="258"/>
            <ac:spMk id="13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1:25:20.334" v="89" actId="404"/>
          <ac:spMkLst>
            <pc:docMk/>
            <pc:sldMk cId="0" sldId="258"/>
            <ac:spMk id="14" creationId="{00000000-0000-0000-0000-000000000000}"/>
          </ac:spMkLst>
        </pc:spChg>
        <pc:spChg chg="mod ord">
          <ac:chgData name="Doan Duy Khoa Nguyen" userId="383025c2-32f8-49d4-bdd6-dd94fbd01dcf" providerId="ADAL" clId="{2C5512F1-E7D2-46B1-924F-B73B280189ED}" dt="2026-09-27T21:26:13.809" v="101" actId="1037"/>
          <ac:spMkLst>
            <pc:docMk/>
            <pc:sldMk cId="0" sldId="258"/>
            <ac:spMk id="15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1:25:06.383" v="84" actId="403"/>
          <ac:spMkLst>
            <pc:docMk/>
            <pc:sldMk cId="0" sldId="258"/>
            <ac:spMk id="17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1:25:20.334" v="89" actId="404"/>
          <ac:spMkLst>
            <pc:docMk/>
            <pc:sldMk cId="0" sldId="258"/>
            <ac:spMk id="18" creationId="{00000000-0000-0000-0000-000000000000}"/>
          </ac:spMkLst>
        </pc:spChg>
        <pc:spChg chg="mod ord">
          <ac:chgData name="Doan Duy Khoa Nguyen" userId="383025c2-32f8-49d4-bdd6-dd94fbd01dcf" providerId="ADAL" clId="{2C5512F1-E7D2-46B1-924F-B73B280189ED}" dt="2026-09-27T21:26:13.809" v="101" actId="103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1:25:06.383" v="84" actId="403"/>
          <ac:spMkLst>
            <pc:docMk/>
            <pc:sldMk cId="0" sldId="258"/>
            <ac:spMk id="21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1:25:20.334" v="89" actId="404"/>
          <ac:spMkLst>
            <pc:docMk/>
            <pc:sldMk cId="0" sldId="258"/>
            <ac:spMk id="22" creationId="{00000000-0000-0000-0000-000000000000}"/>
          </ac:spMkLst>
        </pc:spChg>
        <pc:spChg chg="mod ord">
          <ac:chgData name="Doan Duy Khoa Nguyen" userId="383025c2-32f8-49d4-bdd6-dd94fbd01dcf" providerId="ADAL" clId="{2C5512F1-E7D2-46B1-924F-B73B280189ED}" dt="2026-09-27T21:26:13.809" v="101" actId="103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1:25:06.383" v="84" actId="403"/>
          <ac:spMkLst>
            <pc:docMk/>
            <pc:sldMk cId="0" sldId="258"/>
            <ac:spMk id="28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1:25:24.996" v="90" actId="20577"/>
          <ac:spMkLst>
            <pc:docMk/>
            <pc:sldMk cId="0" sldId="258"/>
            <ac:spMk id="29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1:26:24.017" v="104" actId="403"/>
          <ac:spMkLst>
            <pc:docMk/>
            <pc:sldMk cId="0" sldId="258"/>
            <ac:spMk id="30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23:48.450" v="605" actId="20577"/>
          <ac:spMkLst>
            <pc:docMk/>
            <pc:sldMk cId="0" sldId="258"/>
            <ac:spMk id="31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1:26:32.444" v="109" actId="403"/>
          <ac:spMkLst>
            <pc:docMk/>
            <pc:sldMk cId="0" sldId="258"/>
            <ac:spMk id="32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26:50.881" v="672" actId="123"/>
          <ac:spMkLst>
            <pc:docMk/>
            <pc:sldMk cId="0" sldId="258"/>
            <ac:spMk id="34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33:32.160" v="932" actId="313"/>
          <ac:spMkLst>
            <pc:docMk/>
            <pc:sldMk cId="0" sldId="258"/>
            <ac:spMk id="35" creationId="{00000000-0000-0000-0000-000000000000}"/>
          </ac:spMkLst>
        </pc:spChg>
      </pc:sldChg>
      <pc:sldChg chg="addSp delSp modSp mod">
        <pc:chgData name="Doan Duy Khoa Nguyen" userId="383025c2-32f8-49d4-bdd6-dd94fbd01dcf" providerId="ADAL" clId="{2C5512F1-E7D2-46B1-924F-B73B280189ED}" dt="2026-09-27T22:33:33.485" v="933" actId="313"/>
        <pc:sldMkLst>
          <pc:docMk/>
          <pc:sldMk cId="0" sldId="259"/>
        </pc:sldMkLst>
        <pc:spChg chg="mod">
          <ac:chgData name="Doan Duy Khoa Nguyen" userId="383025c2-32f8-49d4-bdd6-dd94fbd01dcf" providerId="ADAL" clId="{2C5512F1-E7D2-46B1-924F-B73B280189ED}" dt="2026-09-27T22:12:18.355" v="400" actId="404"/>
          <ac:spMkLst>
            <pc:docMk/>
            <pc:sldMk cId="0" sldId="259"/>
            <ac:spMk id="3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06:10.916" v="286" actId="14100"/>
          <ac:spMkLst>
            <pc:docMk/>
            <pc:sldMk cId="0" sldId="259"/>
            <ac:spMk id="6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23:32.181" v="602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33:33.485" v="933" actId="313"/>
          <ac:spMkLst>
            <pc:docMk/>
            <pc:sldMk cId="0" sldId="259"/>
            <ac:spMk id="8" creationId="{00000000-0000-0000-0000-000000000000}"/>
          </ac:spMkLst>
        </pc:spChg>
        <pc:spChg chg="add mod ord">
          <ac:chgData name="Doan Duy Khoa Nguyen" userId="383025c2-32f8-49d4-bdd6-dd94fbd01dcf" providerId="ADAL" clId="{2C5512F1-E7D2-46B1-924F-B73B280189ED}" dt="2026-09-27T22:05:44.515" v="281" actId="1076"/>
          <ac:spMkLst>
            <pc:docMk/>
            <pc:sldMk cId="0" sldId="259"/>
            <ac:spMk id="10" creationId="{824E98DF-05BF-559A-0A1F-9DC6FA22B9A1}"/>
          </ac:spMkLst>
        </pc:spChg>
        <pc:spChg chg="add mod ord">
          <ac:chgData name="Doan Duy Khoa Nguyen" userId="383025c2-32f8-49d4-bdd6-dd94fbd01dcf" providerId="ADAL" clId="{2C5512F1-E7D2-46B1-924F-B73B280189ED}" dt="2026-09-27T22:05:48.339" v="282" actId="1076"/>
          <ac:spMkLst>
            <pc:docMk/>
            <pc:sldMk cId="0" sldId="259"/>
            <ac:spMk id="12" creationId="{D5CAFFF1-FBD0-E002-5434-B5646F9DCA82}"/>
          </ac:spMkLst>
        </pc:spChg>
        <pc:spChg chg="add mod ord">
          <ac:chgData name="Doan Duy Khoa Nguyen" userId="383025c2-32f8-49d4-bdd6-dd94fbd01dcf" providerId="ADAL" clId="{2C5512F1-E7D2-46B1-924F-B73B280189ED}" dt="2026-09-27T22:05:39.908" v="279" actId="1076"/>
          <ac:spMkLst>
            <pc:docMk/>
            <pc:sldMk cId="0" sldId="259"/>
            <ac:spMk id="16" creationId="{8F89CA5B-0392-1F26-5DEB-0DE5AE3A2C2D}"/>
          </ac:spMkLst>
        </pc:spChg>
        <pc:spChg chg="add mod ord">
          <ac:chgData name="Doan Duy Khoa Nguyen" userId="383025c2-32f8-49d4-bdd6-dd94fbd01dcf" providerId="ADAL" clId="{2C5512F1-E7D2-46B1-924F-B73B280189ED}" dt="2026-09-27T22:05:41.765" v="280" actId="1076"/>
          <ac:spMkLst>
            <pc:docMk/>
            <pc:sldMk cId="0" sldId="259"/>
            <ac:spMk id="18" creationId="{66DF4D69-F9FD-A494-9AFF-D9BACF45A3E2}"/>
          </ac:spMkLst>
        </pc:spChg>
        <pc:picChg chg="del">
          <ac:chgData name="Doan Duy Khoa Nguyen" userId="383025c2-32f8-49d4-bdd6-dd94fbd01dcf" providerId="ADAL" clId="{2C5512F1-E7D2-46B1-924F-B73B280189ED}" dt="2026-09-27T22:02:18.273" v="190" actId="478"/>
          <ac:picMkLst>
            <pc:docMk/>
            <pc:sldMk cId="0" sldId="259"/>
            <ac:picMk id="4" creationId="{00000000-0000-0000-0000-000000000000}"/>
          </ac:picMkLst>
        </pc:picChg>
        <pc:picChg chg="add del mod ord">
          <ac:chgData name="Doan Duy Khoa Nguyen" userId="383025c2-32f8-49d4-bdd6-dd94fbd01dcf" providerId="ADAL" clId="{2C5512F1-E7D2-46B1-924F-B73B280189ED}" dt="2026-09-27T22:05:17.089" v="276" actId="478"/>
          <ac:picMkLst>
            <pc:docMk/>
            <pc:sldMk cId="0" sldId="259"/>
            <ac:picMk id="5" creationId="{00000000-0000-0000-0000-000000000000}"/>
          </ac:picMkLst>
        </pc:picChg>
        <pc:picChg chg="add mod modCrop">
          <ac:chgData name="Doan Duy Khoa Nguyen" userId="383025c2-32f8-49d4-bdd6-dd94fbd01dcf" providerId="ADAL" clId="{2C5512F1-E7D2-46B1-924F-B73B280189ED}" dt="2026-09-27T22:05:31.963" v="277" actId="14100"/>
          <ac:picMkLst>
            <pc:docMk/>
            <pc:sldMk cId="0" sldId="259"/>
            <ac:picMk id="14" creationId="{3F1DFD56-6980-CFDF-3AE5-9CC071BA8626}"/>
          </ac:picMkLst>
        </pc:picChg>
        <pc:picChg chg="add mod">
          <ac:chgData name="Doan Duy Khoa Nguyen" userId="383025c2-32f8-49d4-bdd6-dd94fbd01dcf" providerId="ADAL" clId="{2C5512F1-E7D2-46B1-924F-B73B280189ED}" dt="2026-09-27T22:05:34.648" v="278" actId="14100"/>
          <ac:picMkLst>
            <pc:docMk/>
            <pc:sldMk cId="0" sldId="259"/>
            <ac:picMk id="20" creationId="{9620BE85-73DD-5576-00E3-4FC09571969C}"/>
          </ac:picMkLst>
        </pc:picChg>
      </pc:sldChg>
      <pc:sldChg chg="addSp delSp modSp mod">
        <pc:chgData name="Doan Duy Khoa Nguyen" userId="383025c2-32f8-49d4-bdd6-dd94fbd01dcf" providerId="ADAL" clId="{2C5512F1-E7D2-46B1-924F-B73B280189ED}" dt="2026-09-27T22:33:33.905" v="934" actId="313"/>
        <pc:sldMkLst>
          <pc:docMk/>
          <pc:sldMk cId="0" sldId="260"/>
        </pc:sldMkLst>
        <pc:spChg chg="mod">
          <ac:chgData name="Doan Duy Khoa Nguyen" userId="383025c2-32f8-49d4-bdd6-dd94fbd01dcf" providerId="ADAL" clId="{2C5512F1-E7D2-46B1-924F-B73B280189ED}" dt="2026-09-27T22:12:13.556" v="399" actId="255"/>
          <ac:spMkLst>
            <pc:docMk/>
            <pc:sldMk cId="0" sldId="260"/>
            <ac:spMk id="3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09:07.325" v="348" actId="14100"/>
          <ac:spMkLst>
            <pc:docMk/>
            <pc:sldMk cId="0" sldId="260"/>
            <ac:spMk id="6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24:04.367" v="610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33:33.905" v="934" actId="313"/>
          <ac:spMkLst>
            <pc:docMk/>
            <pc:sldMk cId="0" sldId="260"/>
            <ac:spMk id="8" creationId="{00000000-0000-0000-0000-000000000000}"/>
          </ac:spMkLst>
        </pc:spChg>
        <pc:spChg chg="add mod ord">
          <ac:chgData name="Doan Duy Khoa Nguyen" userId="383025c2-32f8-49d4-bdd6-dd94fbd01dcf" providerId="ADAL" clId="{2C5512F1-E7D2-46B1-924F-B73B280189ED}" dt="2026-09-27T22:08:45.588" v="343" actId="1076"/>
          <ac:spMkLst>
            <pc:docMk/>
            <pc:sldMk cId="0" sldId="260"/>
            <ac:spMk id="13" creationId="{9DCAA24C-E587-AED3-D483-1E28C073A443}"/>
          </ac:spMkLst>
        </pc:spChg>
        <pc:spChg chg="add mod ord">
          <ac:chgData name="Doan Duy Khoa Nguyen" userId="383025c2-32f8-49d4-bdd6-dd94fbd01dcf" providerId="ADAL" clId="{2C5512F1-E7D2-46B1-924F-B73B280189ED}" dt="2026-09-27T22:08:49.372" v="344" actId="1076"/>
          <ac:spMkLst>
            <pc:docMk/>
            <pc:sldMk cId="0" sldId="260"/>
            <ac:spMk id="15" creationId="{967BE6C1-3206-CAF2-5BBD-75F528F6E258}"/>
          </ac:spMkLst>
        </pc:spChg>
        <pc:picChg chg="del">
          <ac:chgData name="Doan Duy Khoa Nguyen" userId="383025c2-32f8-49d4-bdd6-dd94fbd01dcf" providerId="ADAL" clId="{2C5512F1-E7D2-46B1-924F-B73B280189ED}" dt="2026-09-27T22:07:46.135" v="329" actId="478"/>
          <ac:picMkLst>
            <pc:docMk/>
            <pc:sldMk cId="0" sldId="260"/>
            <ac:picMk id="4" creationId="{00000000-0000-0000-0000-000000000000}"/>
          </ac:picMkLst>
        </pc:picChg>
        <pc:picChg chg="add del">
          <ac:chgData name="Doan Duy Khoa Nguyen" userId="383025c2-32f8-49d4-bdd6-dd94fbd01dcf" providerId="ADAL" clId="{2C5512F1-E7D2-46B1-924F-B73B280189ED}" dt="2026-09-27T22:08:36.255" v="340" actId="478"/>
          <ac:picMkLst>
            <pc:docMk/>
            <pc:sldMk cId="0" sldId="260"/>
            <ac:picMk id="5" creationId="{00000000-0000-0000-0000-000000000000}"/>
          </ac:picMkLst>
        </pc:picChg>
        <pc:picChg chg="add del mod">
          <ac:chgData name="Doan Duy Khoa Nguyen" userId="383025c2-32f8-49d4-bdd6-dd94fbd01dcf" providerId="ADAL" clId="{2C5512F1-E7D2-46B1-924F-B73B280189ED}" dt="2026-09-27T22:06:43.090" v="290" actId="22"/>
          <ac:picMkLst>
            <pc:docMk/>
            <pc:sldMk cId="0" sldId="260"/>
            <ac:picMk id="11" creationId="{7E5AB6C9-1859-9890-0BD7-500C85669AB3}"/>
          </ac:picMkLst>
        </pc:picChg>
        <pc:picChg chg="add mod">
          <ac:chgData name="Doan Duy Khoa Nguyen" userId="383025c2-32f8-49d4-bdd6-dd94fbd01dcf" providerId="ADAL" clId="{2C5512F1-E7D2-46B1-924F-B73B280189ED}" dt="2026-09-27T22:07:44.387" v="328" actId="14100"/>
          <ac:picMkLst>
            <pc:docMk/>
            <pc:sldMk cId="0" sldId="260"/>
            <ac:picMk id="17" creationId="{1F1C1012-F497-98B7-4116-9B99FF3E8081}"/>
          </ac:picMkLst>
        </pc:picChg>
        <pc:picChg chg="add mod">
          <ac:chgData name="Doan Duy Khoa Nguyen" userId="383025c2-32f8-49d4-bdd6-dd94fbd01dcf" providerId="ADAL" clId="{2C5512F1-E7D2-46B1-924F-B73B280189ED}" dt="2026-09-27T22:08:36.062" v="339" actId="14100"/>
          <ac:picMkLst>
            <pc:docMk/>
            <pc:sldMk cId="0" sldId="260"/>
            <ac:picMk id="19" creationId="{3ABC415A-3390-3165-173F-58CB1B5B9357}"/>
          </ac:picMkLst>
        </pc:picChg>
      </pc:sldChg>
      <pc:sldChg chg="addSp delSp modSp mod">
        <pc:chgData name="Doan Duy Khoa Nguyen" userId="383025c2-32f8-49d4-bdd6-dd94fbd01dcf" providerId="ADAL" clId="{2C5512F1-E7D2-46B1-924F-B73B280189ED}" dt="2026-09-27T22:33:34.335" v="935" actId="313"/>
        <pc:sldMkLst>
          <pc:docMk/>
          <pc:sldMk cId="0" sldId="261"/>
        </pc:sldMkLst>
        <pc:spChg chg="mod">
          <ac:chgData name="Doan Duy Khoa Nguyen" userId="383025c2-32f8-49d4-bdd6-dd94fbd01dcf" providerId="ADAL" clId="{2C5512F1-E7D2-46B1-924F-B73B280189ED}" dt="2026-09-27T22:12:41.340" v="404" actId="403"/>
          <ac:spMkLst>
            <pc:docMk/>
            <pc:sldMk cId="0" sldId="261"/>
            <ac:spMk id="3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13:00.223" v="420" actId="1035"/>
          <ac:spMkLst>
            <pc:docMk/>
            <pc:sldMk cId="0" sldId="261"/>
            <ac:spMk id="6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26:42.730" v="671" actId="123"/>
          <ac:spMkLst>
            <pc:docMk/>
            <pc:sldMk cId="0" sldId="261"/>
            <ac:spMk id="7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33:34.335" v="935" actId="313"/>
          <ac:spMkLst>
            <pc:docMk/>
            <pc:sldMk cId="0" sldId="261"/>
            <ac:spMk id="8" creationId="{00000000-0000-0000-0000-000000000000}"/>
          </ac:spMkLst>
        </pc:spChg>
        <pc:picChg chg="del">
          <ac:chgData name="Doan Duy Khoa Nguyen" userId="383025c2-32f8-49d4-bdd6-dd94fbd01dcf" providerId="ADAL" clId="{2C5512F1-E7D2-46B1-924F-B73B280189ED}" dt="2026-09-27T22:10:20.685" v="357" actId="478"/>
          <ac:picMkLst>
            <pc:docMk/>
            <pc:sldMk cId="0" sldId="261"/>
            <ac:picMk id="4" creationId="{00000000-0000-0000-0000-000000000000}"/>
          </ac:picMkLst>
        </pc:picChg>
        <pc:picChg chg="del">
          <ac:chgData name="Doan Duy Khoa Nguyen" userId="383025c2-32f8-49d4-bdd6-dd94fbd01dcf" providerId="ADAL" clId="{2C5512F1-E7D2-46B1-924F-B73B280189ED}" dt="2026-09-27T22:11:10.493" v="365" actId="478"/>
          <ac:picMkLst>
            <pc:docMk/>
            <pc:sldMk cId="0" sldId="261"/>
            <ac:picMk id="5" creationId="{00000000-0000-0000-0000-000000000000}"/>
          </ac:picMkLst>
        </pc:picChg>
        <pc:picChg chg="add del mod">
          <ac:chgData name="Doan Duy Khoa Nguyen" userId="383025c2-32f8-49d4-bdd6-dd94fbd01dcf" providerId="ADAL" clId="{2C5512F1-E7D2-46B1-924F-B73B280189ED}" dt="2026-09-27T22:09:30.504" v="350" actId="478"/>
          <ac:picMkLst>
            <pc:docMk/>
            <pc:sldMk cId="0" sldId="261"/>
            <ac:picMk id="11" creationId="{116B38A4-074A-FF1C-8175-EBC50FE836AA}"/>
          </ac:picMkLst>
        </pc:picChg>
        <pc:picChg chg="add del mod">
          <ac:chgData name="Doan Duy Khoa Nguyen" userId="383025c2-32f8-49d4-bdd6-dd94fbd01dcf" providerId="ADAL" clId="{2C5512F1-E7D2-46B1-924F-B73B280189ED}" dt="2026-09-27T22:09:31.791" v="351" actId="478"/>
          <ac:picMkLst>
            <pc:docMk/>
            <pc:sldMk cId="0" sldId="261"/>
            <ac:picMk id="13" creationId="{6D7FEAA0-C9CE-05AA-2F41-CAB80CA32873}"/>
          </ac:picMkLst>
        </pc:picChg>
        <pc:picChg chg="add mod ord">
          <ac:chgData name="Doan Duy Khoa Nguyen" userId="383025c2-32f8-49d4-bdd6-dd94fbd01dcf" providerId="ADAL" clId="{2C5512F1-E7D2-46B1-924F-B73B280189ED}" dt="2026-09-27T22:12:52.079" v="409" actId="1035"/>
          <ac:picMkLst>
            <pc:docMk/>
            <pc:sldMk cId="0" sldId="261"/>
            <ac:picMk id="15" creationId="{31CDAD96-63C6-B68A-B4C8-290C5DD2BC1D}"/>
          </ac:picMkLst>
        </pc:picChg>
        <pc:picChg chg="add mod">
          <ac:chgData name="Doan Duy Khoa Nguyen" userId="383025c2-32f8-49d4-bdd6-dd94fbd01dcf" providerId="ADAL" clId="{2C5512F1-E7D2-46B1-924F-B73B280189ED}" dt="2026-09-27T22:12:52.079" v="409" actId="1035"/>
          <ac:picMkLst>
            <pc:docMk/>
            <pc:sldMk cId="0" sldId="261"/>
            <ac:picMk id="17" creationId="{FA7E2DDF-6AA8-90E6-D284-7E71A33298DC}"/>
          </ac:picMkLst>
        </pc:picChg>
      </pc:sldChg>
      <pc:sldChg chg="addSp delSp modSp mod">
        <pc:chgData name="Doan Duy Khoa Nguyen" userId="383025c2-32f8-49d4-bdd6-dd94fbd01dcf" providerId="ADAL" clId="{2C5512F1-E7D2-46B1-924F-B73B280189ED}" dt="2026-09-27T22:33:34.750" v="936" actId="313"/>
        <pc:sldMkLst>
          <pc:docMk/>
          <pc:sldMk cId="0" sldId="262"/>
        </pc:sldMkLst>
        <pc:spChg chg="mod">
          <ac:chgData name="Doan Duy Khoa Nguyen" userId="383025c2-32f8-49d4-bdd6-dd94fbd01dcf" providerId="ADAL" clId="{2C5512F1-E7D2-46B1-924F-B73B280189ED}" dt="2026-09-27T22:13:10.797" v="422" actId="403"/>
          <ac:spMkLst>
            <pc:docMk/>
            <pc:sldMk cId="0" sldId="262"/>
            <ac:spMk id="3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15:52.982" v="524" actId="1035"/>
          <ac:spMkLst>
            <pc:docMk/>
            <pc:sldMk cId="0" sldId="262"/>
            <ac:spMk id="6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27:13.577" v="675" actId="123"/>
          <ac:spMkLst>
            <pc:docMk/>
            <pc:sldMk cId="0" sldId="262"/>
            <ac:spMk id="7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33:34.750" v="936" actId="313"/>
          <ac:spMkLst>
            <pc:docMk/>
            <pc:sldMk cId="0" sldId="262"/>
            <ac:spMk id="8" creationId="{00000000-0000-0000-0000-000000000000}"/>
          </ac:spMkLst>
        </pc:spChg>
        <pc:picChg chg="del">
          <ac:chgData name="Doan Duy Khoa Nguyen" userId="383025c2-32f8-49d4-bdd6-dd94fbd01dcf" providerId="ADAL" clId="{2C5512F1-E7D2-46B1-924F-B73B280189ED}" dt="2026-09-27T22:13:50.567" v="426" actId="478"/>
          <ac:picMkLst>
            <pc:docMk/>
            <pc:sldMk cId="0" sldId="262"/>
            <ac:picMk id="4" creationId="{00000000-0000-0000-0000-000000000000}"/>
          </ac:picMkLst>
        </pc:picChg>
        <pc:picChg chg="del">
          <ac:chgData name="Doan Duy Khoa Nguyen" userId="383025c2-32f8-49d4-bdd6-dd94fbd01dcf" providerId="ADAL" clId="{2C5512F1-E7D2-46B1-924F-B73B280189ED}" dt="2026-09-27T22:14:30.725" v="430" actId="478"/>
          <ac:picMkLst>
            <pc:docMk/>
            <pc:sldMk cId="0" sldId="262"/>
            <ac:picMk id="5" creationId="{00000000-0000-0000-0000-000000000000}"/>
          </ac:picMkLst>
        </pc:picChg>
        <pc:picChg chg="add mod">
          <ac:chgData name="Doan Duy Khoa Nguyen" userId="383025c2-32f8-49d4-bdd6-dd94fbd01dcf" providerId="ADAL" clId="{2C5512F1-E7D2-46B1-924F-B73B280189ED}" dt="2026-09-27T22:15:28.230" v="486" actId="1037"/>
          <ac:picMkLst>
            <pc:docMk/>
            <pc:sldMk cId="0" sldId="262"/>
            <ac:picMk id="11" creationId="{A9F13E53-3020-A801-0D81-BD2642A08C10}"/>
          </ac:picMkLst>
        </pc:picChg>
        <pc:picChg chg="add del mod">
          <ac:chgData name="Doan Duy Khoa Nguyen" userId="383025c2-32f8-49d4-bdd6-dd94fbd01dcf" providerId="ADAL" clId="{2C5512F1-E7D2-46B1-924F-B73B280189ED}" dt="2026-09-27T22:14:42.560" v="440" actId="22"/>
          <ac:picMkLst>
            <pc:docMk/>
            <pc:sldMk cId="0" sldId="262"/>
            <ac:picMk id="13" creationId="{F6980B4E-A193-67D8-C862-7E366359686A}"/>
          </ac:picMkLst>
        </pc:picChg>
        <pc:picChg chg="add mod">
          <ac:chgData name="Doan Duy Khoa Nguyen" userId="383025c2-32f8-49d4-bdd6-dd94fbd01dcf" providerId="ADAL" clId="{2C5512F1-E7D2-46B1-924F-B73B280189ED}" dt="2026-09-27T22:15:31.057" v="487" actId="1076"/>
          <ac:picMkLst>
            <pc:docMk/>
            <pc:sldMk cId="0" sldId="262"/>
            <ac:picMk id="15" creationId="{EC0EDD5B-6B1D-6A77-706F-404DE65C8CF3}"/>
          </ac:picMkLst>
        </pc:picChg>
        <pc:picChg chg="add mod">
          <ac:chgData name="Doan Duy Khoa Nguyen" userId="383025c2-32f8-49d4-bdd6-dd94fbd01dcf" providerId="ADAL" clId="{2C5512F1-E7D2-46B1-924F-B73B280189ED}" dt="2026-09-27T22:15:40.992" v="502" actId="1076"/>
          <ac:picMkLst>
            <pc:docMk/>
            <pc:sldMk cId="0" sldId="262"/>
            <ac:picMk id="17" creationId="{9F3401B5-E6F4-E694-B633-70545833717E}"/>
          </ac:picMkLst>
        </pc:picChg>
      </pc:sldChg>
      <pc:sldChg chg="addSp delSp modSp mod">
        <pc:chgData name="Doan Duy Khoa Nguyen" userId="383025c2-32f8-49d4-bdd6-dd94fbd01dcf" providerId="ADAL" clId="{2C5512F1-E7D2-46B1-924F-B73B280189ED}" dt="2026-09-27T22:33:35.840" v="937" actId="313"/>
        <pc:sldMkLst>
          <pc:docMk/>
          <pc:sldMk cId="0" sldId="263"/>
        </pc:sldMkLst>
        <pc:spChg chg="mod">
          <ac:chgData name="Doan Duy Khoa Nguyen" userId="383025c2-32f8-49d4-bdd6-dd94fbd01dcf" providerId="ADAL" clId="{2C5512F1-E7D2-46B1-924F-B73B280189ED}" dt="2026-09-27T22:16:38.865" v="536" actId="403"/>
          <ac:spMkLst>
            <pc:docMk/>
            <pc:sldMk cId="0" sldId="263"/>
            <ac:spMk id="3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18:23.557" v="554" actId="403"/>
          <ac:spMkLst>
            <pc:docMk/>
            <pc:sldMk cId="0" sldId="263"/>
            <ac:spMk id="7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26:20.323" v="667" actId="123"/>
          <ac:spMkLst>
            <pc:docMk/>
            <pc:sldMk cId="0" sldId="263"/>
            <ac:spMk id="8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26:23.413" v="668" actId="123"/>
          <ac:spMkLst>
            <pc:docMk/>
            <pc:sldMk cId="0" sldId="263"/>
            <ac:spMk id="10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33:35.840" v="937" actId="313"/>
          <ac:spMkLst>
            <pc:docMk/>
            <pc:sldMk cId="0" sldId="263"/>
            <ac:spMk id="11" creationId="{00000000-0000-0000-0000-000000000000}"/>
          </ac:spMkLst>
        </pc:spChg>
        <pc:picChg chg="del">
          <ac:chgData name="Doan Duy Khoa Nguyen" userId="383025c2-32f8-49d4-bdd6-dd94fbd01dcf" providerId="ADAL" clId="{2C5512F1-E7D2-46B1-924F-B73B280189ED}" dt="2026-09-27T22:16:28.478" v="529" actId="478"/>
          <ac:picMkLst>
            <pc:docMk/>
            <pc:sldMk cId="0" sldId="263"/>
            <ac:picMk id="4" creationId="{00000000-0000-0000-0000-000000000000}"/>
          </ac:picMkLst>
        </pc:picChg>
        <pc:picChg chg="del">
          <ac:chgData name="Doan Duy Khoa Nguyen" userId="383025c2-32f8-49d4-bdd6-dd94fbd01dcf" providerId="ADAL" clId="{2C5512F1-E7D2-46B1-924F-B73B280189ED}" dt="2026-09-27T22:17:02.251" v="542" actId="478"/>
          <ac:picMkLst>
            <pc:docMk/>
            <pc:sldMk cId="0" sldId="263"/>
            <ac:picMk id="5" creationId="{00000000-0000-0000-0000-000000000000}"/>
          </ac:picMkLst>
        </pc:picChg>
        <pc:picChg chg="add mod">
          <ac:chgData name="Doan Duy Khoa Nguyen" userId="383025c2-32f8-49d4-bdd6-dd94fbd01dcf" providerId="ADAL" clId="{2C5512F1-E7D2-46B1-924F-B73B280189ED}" dt="2026-09-27T22:16:47.492" v="539" actId="1076"/>
          <ac:picMkLst>
            <pc:docMk/>
            <pc:sldMk cId="0" sldId="263"/>
            <ac:picMk id="14" creationId="{68EB3566-831B-848F-4C87-225CB30EA240}"/>
          </ac:picMkLst>
        </pc:picChg>
        <pc:picChg chg="add mod">
          <ac:chgData name="Doan Duy Khoa Nguyen" userId="383025c2-32f8-49d4-bdd6-dd94fbd01dcf" providerId="ADAL" clId="{2C5512F1-E7D2-46B1-924F-B73B280189ED}" dt="2026-09-27T22:17:14.094" v="545" actId="1076"/>
          <ac:picMkLst>
            <pc:docMk/>
            <pc:sldMk cId="0" sldId="263"/>
            <ac:picMk id="16" creationId="{0A234457-4918-7E5A-3366-CF6AD21228A3}"/>
          </ac:picMkLst>
        </pc:picChg>
      </pc:sldChg>
      <pc:sldChg chg="modSp mod">
        <pc:chgData name="Doan Duy Khoa Nguyen" userId="383025c2-32f8-49d4-bdd6-dd94fbd01dcf" providerId="ADAL" clId="{2C5512F1-E7D2-46B1-924F-B73B280189ED}" dt="2026-09-27T22:33:36.412" v="938" actId="313"/>
        <pc:sldMkLst>
          <pc:docMk/>
          <pc:sldMk cId="0" sldId="264"/>
        </pc:sldMkLst>
        <pc:spChg chg="mod">
          <ac:chgData name="Doan Duy Khoa Nguyen" userId="383025c2-32f8-49d4-bdd6-dd94fbd01dcf" providerId="ADAL" clId="{2C5512F1-E7D2-46B1-924F-B73B280189ED}" dt="2026-09-27T22:19:01.183" v="566" actId="403"/>
          <ac:spMkLst>
            <pc:docMk/>
            <pc:sldMk cId="0" sldId="264"/>
            <ac:spMk id="3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27:50.541" v="694" actId="403"/>
          <ac:spMkLst>
            <pc:docMk/>
            <pc:sldMk cId="0" sldId="264"/>
            <ac:spMk id="4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28:04.130" v="700" actId="14100"/>
          <ac:spMkLst>
            <pc:docMk/>
            <pc:sldMk cId="0" sldId="264"/>
            <ac:spMk id="5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27:53.217" v="696" actId="403"/>
          <ac:spMkLst>
            <pc:docMk/>
            <pc:sldMk cId="0" sldId="264"/>
            <ac:spMk id="7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28:04.130" v="700" actId="14100"/>
          <ac:spMkLst>
            <pc:docMk/>
            <pc:sldMk cId="0" sldId="264"/>
            <ac:spMk id="8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33:36.412" v="938" actId="313"/>
          <ac:spMkLst>
            <pc:docMk/>
            <pc:sldMk cId="0" sldId="264"/>
            <ac:spMk id="9" creationId="{00000000-0000-0000-0000-000000000000}"/>
          </ac:spMkLst>
        </pc:spChg>
      </pc:sldChg>
      <pc:sldChg chg="addSp delSp modSp mod">
        <pc:chgData name="Doan Duy Khoa Nguyen" userId="383025c2-32f8-49d4-bdd6-dd94fbd01dcf" providerId="ADAL" clId="{2C5512F1-E7D2-46B1-924F-B73B280189ED}" dt="2026-09-27T22:38:46.744" v="943" actId="22"/>
        <pc:sldMkLst>
          <pc:docMk/>
          <pc:sldMk cId="0" sldId="265"/>
        </pc:sldMkLst>
        <pc:spChg chg="mod">
          <ac:chgData name="Doan Duy Khoa Nguyen" userId="383025c2-32f8-49d4-bdd6-dd94fbd01dcf" providerId="ADAL" clId="{2C5512F1-E7D2-46B1-924F-B73B280189ED}" dt="2026-09-27T22:28:46.450" v="711" actId="403"/>
          <ac:spMkLst>
            <pc:docMk/>
            <pc:sldMk cId="0" sldId="265"/>
            <ac:spMk id="3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28:38.735" v="706" actId="403"/>
          <ac:spMkLst>
            <pc:docMk/>
            <pc:sldMk cId="0" sldId="265"/>
            <ac:spMk id="4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28:33.821" v="703" actId="403"/>
          <ac:spMkLst>
            <pc:docMk/>
            <pc:sldMk cId="0" sldId="265"/>
            <ac:spMk id="5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28:58.539" v="717" actId="1038"/>
          <ac:spMkLst>
            <pc:docMk/>
            <pc:sldMk cId="0" sldId="265"/>
            <ac:spMk id="6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28:33.821" v="703" actId="403"/>
          <ac:spMkLst>
            <pc:docMk/>
            <pc:sldMk cId="0" sldId="265"/>
            <ac:spMk id="7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28:58.539" v="717" actId="1038"/>
          <ac:spMkLst>
            <pc:docMk/>
            <pc:sldMk cId="0" sldId="265"/>
            <ac:spMk id="8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28:33.821" v="703" actId="403"/>
          <ac:spMkLst>
            <pc:docMk/>
            <pc:sldMk cId="0" sldId="265"/>
            <ac:spMk id="9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28:58.539" v="717" actId="1038"/>
          <ac:spMkLst>
            <pc:docMk/>
            <pc:sldMk cId="0" sldId="265"/>
            <ac:spMk id="10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28:33.821" v="703" actId="403"/>
          <ac:spMkLst>
            <pc:docMk/>
            <pc:sldMk cId="0" sldId="265"/>
            <ac:spMk id="11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28:58.539" v="717" actId="1038"/>
          <ac:spMkLst>
            <pc:docMk/>
            <pc:sldMk cId="0" sldId="265"/>
            <ac:spMk id="12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28:33.821" v="703" actId="403"/>
          <ac:spMkLst>
            <pc:docMk/>
            <pc:sldMk cId="0" sldId="265"/>
            <ac:spMk id="13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28:58.539" v="717" actId="1038"/>
          <ac:spMkLst>
            <pc:docMk/>
            <pc:sldMk cId="0" sldId="265"/>
            <ac:spMk id="14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28:41.314" v="709" actId="403"/>
          <ac:spMkLst>
            <pc:docMk/>
            <pc:sldMk cId="0" sldId="265"/>
            <ac:spMk id="15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29:05.132" v="721" actId="404"/>
          <ac:spMkLst>
            <pc:docMk/>
            <pc:sldMk cId="0" sldId="265"/>
            <ac:spMk id="17" creationId="{00000000-0000-0000-0000-000000000000}"/>
          </ac:spMkLst>
        </pc:spChg>
        <pc:spChg chg="del mod">
          <ac:chgData name="Doan Duy Khoa Nguyen" userId="383025c2-32f8-49d4-bdd6-dd94fbd01dcf" providerId="ADAL" clId="{2C5512F1-E7D2-46B1-924F-B73B280189ED}" dt="2026-09-27T22:29:16.807" v="723" actId="478"/>
          <ac:spMkLst>
            <pc:docMk/>
            <pc:sldMk cId="0" sldId="265"/>
            <ac:spMk id="18" creationId="{00000000-0000-0000-0000-000000000000}"/>
          </ac:spMkLst>
        </pc:spChg>
        <pc:spChg chg="mod">
          <ac:chgData name="Doan Duy Khoa Nguyen" userId="383025c2-32f8-49d4-bdd6-dd94fbd01dcf" providerId="ADAL" clId="{2C5512F1-E7D2-46B1-924F-B73B280189ED}" dt="2026-09-27T22:33:36.871" v="939" actId="313"/>
          <ac:spMkLst>
            <pc:docMk/>
            <pc:sldMk cId="0" sldId="265"/>
            <ac:spMk id="19" creationId="{00000000-0000-0000-0000-000000000000}"/>
          </ac:spMkLst>
        </pc:spChg>
        <pc:spChg chg="add del mod">
          <ac:chgData name="Doan Duy Khoa Nguyen" userId="383025c2-32f8-49d4-bdd6-dd94fbd01dcf" providerId="ADAL" clId="{2C5512F1-E7D2-46B1-924F-B73B280189ED}" dt="2026-09-27T22:38:46.744" v="943" actId="22"/>
          <ac:spMkLst>
            <pc:docMk/>
            <pc:sldMk cId="0" sldId="265"/>
            <ac:spMk id="21" creationId="{3F2126C5-EB9F-F9C9-8E15-6FB9F6C73C4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0778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251531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Used Car Market Intelligence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28771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Exploratory Data Analysis of Maine Craigslist Listings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2760291"/>
            <a:ext cx="2926080" cy="0"/>
          </a:xfrm>
          <a:prstGeom prst="line">
            <a:avLst/>
          </a:prstGeom>
          <a:noFill/>
          <a:ln w="381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3070635"/>
            <a:ext cx="10058400" cy="20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2,290 analysis-ready listings after cleaning (from 2,800 raw records)</a:t>
            </a:r>
            <a:endParaRPr lang="en-US" sz="2000" dirty="0"/>
          </a:p>
          <a:p>
            <a:pPr marL="342900" indent="-342900" algn="just"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asking price $12,988; prices are strongly right-skewed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 and age are each moderately correlated with price (r ≈ -0.41 to -0.43)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$99 “placeholder price” artifact was detected and removed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Truck-oriented brands (Ram, GMC, Ford) command the highest median prices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840051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677C9A5-F955-5E14-E9AF-4D0F7616C919}"/>
              </a:ext>
            </a:extLst>
          </p:cNvPr>
          <p:cNvSpPr txBox="1"/>
          <p:nvPr/>
        </p:nvSpPr>
        <p:spPr>
          <a:xfrm>
            <a:off x="768465" y="5345324"/>
            <a:ext cx="10058400" cy="1186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  <a:buSzPct val="100000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Doan Duy Khoa Nguyen</a:t>
            </a:r>
          </a:p>
          <a:p>
            <a:pPr>
              <a:spcAft>
                <a:spcPts val="1000"/>
              </a:spcAft>
              <a:buSzPct val="100000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ALY6105 22718 Intro to Applied Statistics SEC 02 Fall 2026 [BOS-2A-HY]</a:t>
            </a:r>
          </a:p>
          <a:p>
            <a:pPr>
              <a:spcAft>
                <a:spcPts val="1000"/>
              </a:spcAft>
              <a:buSzPct val="100000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Roy Wada</a:t>
            </a:r>
          </a:p>
          <a:p>
            <a:pPr>
              <a:spcAft>
                <a:spcPts val="1000"/>
              </a:spcAft>
              <a:buSzPct val="100000"/>
            </a:pPr>
            <a:r>
              <a:rPr lang="en-US" sz="100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*Claude and ChatGPT is used to assist on EDA dataset used_car_me.csv, generate visualization, ideas and findings for the presentation.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Used-Car Listing Data Matters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472184"/>
            <a:ext cx="164592" cy="164592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60120" y="1371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Strategy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6916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asking prices against mileage, age, and brand helps dealers and private sellers' price competitively.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615184"/>
            <a:ext cx="164592" cy="164592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60120" y="2514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Depreciation Planning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8346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fast value erodes with age and mileage informs trade-in timing and lease-end decisions.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758184"/>
            <a:ext cx="164592" cy="164592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60120" y="3657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Demand Signals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9776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fuel, and body-type mix reveal what a regional market supplies and rewards.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164592" cy="164592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60120" y="4800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as a Business Risk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206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 marketplace data contains placeholder prices and missing fields that can silently distort any downstream model.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0" y="1371600"/>
            <a:ext cx="5212080" cy="4663440"/>
          </a:xfrm>
          <a:prstGeom prst="rect">
            <a:avLst/>
          </a:prstGeom>
          <a:solidFill>
            <a:srgbClr val="E7EA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72084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8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103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2,800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778240" y="209914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listings scraped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28895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2,290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8778240" y="288950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Analysis-ready after cleaning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720840" y="36758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8778240" y="367131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 represented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446227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2000–2021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8778240" y="446227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years covered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720840" y="524865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Maine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8778240" y="524865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Single-state regional sample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720840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Sampled from a larger Craigslist used-vehicle dataset (Kaggle).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Northeastern University | Introduction to Applied Statistics</a:t>
            </a:r>
          </a:p>
        </p:txBody>
      </p:sp>
      <p:sp>
        <p:nvSpPr>
          <p:cNvPr id="30" name="Text 2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Quality Assurance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69164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E7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6276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2,800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148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listings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77440" y="1508760"/>
            <a:ext cx="1691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377440" y="16276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−204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450592" y="2148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Non-positive placeholder prices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06240" y="1508760"/>
            <a:ext cx="1691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206240" y="16276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−293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279392" y="2148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 teaser-price artifact (20+ brands)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35040" y="1508760"/>
            <a:ext cx="1691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035040" y="16276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−11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108192" y="2148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vehicle model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863840" y="1508760"/>
            <a:ext cx="1691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863840" y="16276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7936992" y="2148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odometer reading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92640" y="1508760"/>
            <a:ext cx="169164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E7EA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9692640" y="16276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765792" y="2148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year beyond listing window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692640" y="1508760"/>
            <a:ext cx="1691640" cy="1417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9692640" y="16276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2,290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9765792" y="2148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analysis-ready rows 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(81.8% retained)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 &amp; Missing-Value Strategy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3657600"/>
            <a:ext cx="5577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standardized to snake_case; price/odometer/year cast to numeric, posting_date parsed to datetime.</a:t>
            </a:r>
            <a:endParaRPr lang="en-US" sz="1600" dirty="0"/>
          </a:p>
          <a:p>
            <a:pPr marL="342900" indent="-342900" algn="just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fields (manufacturer, condition, transmission, drive, size, type, paint color) with missing values recoded as an explicit “unknown” level, preserving sample size rather than deleting rows.</a:t>
            </a:r>
            <a:endParaRPr lang="en-US" sz="1600" dirty="0"/>
          </a:p>
          <a:p>
            <a:pPr marL="342900" indent="-342900" algn="just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 (91% missing) and county (100% missing) dropped as columns; not deletable via row filtering.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3291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Philosophy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400800" y="3657600"/>
            <a:ext cx="5212080" cy="2651760"/>
          </a:xfrm>
          <a:prstGeom prst="rect">
            <a:avLst/>
          </a:prstGeom>
          <a:solidFill>
            <a:srgbClr val="E7EA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6675120" y="384048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deleting every statistical extreme, outliers are flagged using the 1.5×IQR rule and retained for review. A $95,000 diesel truck is a legitimate high-end listing, not a data error. Removing it would understate real market range. 76 listings are flagged as high-price outliers (Slide 8 for detail).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Northeastern University | Introduction to Applied Statistics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128566" y="2011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957366" y="2011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786166" y="2011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614966" y="2011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443766" y="2011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&amp; Mileage: Two Skewed Distributions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>
            <a:off x="502920" y="4617719"/>
            <a:ext cx="11155680" cy="1592249"/>
          </a:xfrm>
          <a:prstGeom prst="rect">
            <a:avLst/>
          </a:prstGeom>
          <a:solidFill>
            <a:srgbClr val="E7EA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731520" y="470916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strongly right-skewed (skew = 2.86): most listings cluster $5k–$23k, with a long tail of premium trucks/SUVs pulling the mean ($16,802) well above the median ($12,988).</a:t>
            </a:r>
            <a:endParaRPr lang="en-US" sz="1400" dirty="0"/>
          </a:p>
          <a:p>
            <a:pPr marL="342900" indent="-342900" algn="just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 is only mildly right-skewed (skew = 0.29) and close to normally distributed around a median of 107,206 miles, which is typical for a used-vehicle marketplace.</a:t>
            </a:r>
            <a:endParaRPr lang="en-US" sz="1400" dirty="0"/>
          </a:p>
          <a:p>
            <a:pPr marL="342900" indent="-342900" algn="just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price is skewed, the median is the more reliable “typical price” benchmark; the mean is pulled upward by a small number of high-value listings.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Northeastern University | Introduction to Applied Statistics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1DFD56-6980-CFDF-3AE5-9CC071BA86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68"/>
          <a:stretch>
            <a:fillRect/>
          </a:stretch>
        </p:blipFill>
        <p:spPr>
          <a:xfrm>
            <a:off x="731520" y="1201168"/>
            <a:ext cx="5364480" cy="32171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24E98DF-05BF-559A-0A1F-9DC6FA22B9A1}"/>
              </a:ext>
            </a:extLst>
          </p:cNvPr>
          <p:cNvSpPr txBox="1"/>
          <p:nvPr/>
        </p:nvSpPr>
        <p:spPr>
          <a:xfrm>
            <a:off x="1781092" y="1503240"/>
            <a:ext cx="9541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E78214"/>
                </a:solidFill>
              </a:rPr>
              <a:t>Mean $16,802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CAFFF1-FBD0-E002-5434-B5646F9DCA82}"/>
              </a:ext>
            </a:extLst>
          </p:cNvPr>
          <p:cNvSpPr txBox="1"/>
          <p:nvPr/>
        </p:nvSpPr>
        <p:spPr>
          <a:xfrm>
            <a:off x="1696278" y="1768363"/>
            <a:ext cx="10389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121B58"/>
                </a:solidFill>
              </a:rPr>
              <a:t>Median $12,988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620BE85-73DD-5576-00E3-4FC0957196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9180" y="1201168"/>
            <a:ext cx="5235127" cy="321717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F89CA5B-0392-1F26-5DEB-0DE5AE3A2C2D}"/>
              </a:ext>
            </a:extLst>
          </p:cNvPr>
          <p:cNvSpPr txBox="1"/>
          <p:nvPr/>
        </p:nvSpPr>
        <p:spPr>
          <a:xfrm>
            <a:off x="8224254" y="1483381"/>
            <a:ext cx="11436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E78214"/>
                </a:solidFill>
              </a:rPr>
              <a:t>Mean 108,567 mi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DF4D69-F9FD-A494-9AFF-D9BACF45A3E2}"/>
              </a:ext>
            </a:extLst>
          </p:cNvPr>
          <p:cNvSpPr txBox="1"/>
          <p:nvPr/>
        </p:nvSpPr>
        <p:spPr>
          <a:xfrm>
            <a:off x="8352505" y="1732506"/>
            <a:ext cx="1228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121B58"/>
                </a:solidFill>
              </a:rPr>
              <a:t>Median 107,206 mi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vs. Mileage &amp; Age: The Depreciation Signal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>
            <a:off x="502920" y="4800599"/>
            <a:ext cx="11155680" cy="1457077"/>
          </a:xfrm>
          <a:prstGeom prst="rect">
            <a:avLst/>
          </a:prstGeom>
          <a:solidFill>
            <a:srgbClr val="E7EA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731520" y="48920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mileage (r = -0.41) and age (r = -0.43) show a moderate negative relationship with price, but neither alone explains most of the variation.</a:t>
            </a:r>
            <a:endParaRPr lang="en-US" sz="1400" dirty="0"/>
          </a:p>
          <a:p>
            <a:pPr marL="342900" indent="-342900" algn="just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log-price fit against age improves the correlation to r ≈ -0.49, consistent with vehicles losing a roughly constant percentage of value each year rather than a fixed dollar amount.</a:t>
            </a:r>
            <a:endParaRPr lang="en-US" sz="1400" dirty="0"/>
          </a:p>
          <a:p>
            <a:pPr marL="342900" indent="-342900" algn="just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and condition (Slide 6–7) explain additional variance the single-variable trend lines leave on the table.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Northeastern University | Introduction to Applied Statistics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F1C1012-F497-98B7-4116-9B99FF3E8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178619"/>
            <a:ext cx="5136543" cy="342995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ABC415A-3390-3165-173F-58CB1B5B9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184433"/>
            <a:ext cx="5198165" cy="34241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DCAA24C-E587-AED3-D483-1E28C073A443}"/>
              </a:ext>
            </a:extLst>
          </p:cNvPr>
          <p:cNvSpPr txBox="1"/>
          <p:nvPr/>
        </p:nvSpPr>
        <p:spPr>
          <a:xfrm>
            <a:off x="1272208" y="1463040"/>
            <a:ext cx="9541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E78214"/>
                </a:solidFill>
              </a:rPr>
              <a:t>r = -0.41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7BE6C1-3206-CAF2-5BBD-75F528F6E258}"/>
              </a:ext>
            </a:extLst>
          </p:cNvPr>
          <p:cNvSpPr txBox="1"/>
          <p:nvPr/>
        </p:nvSpPr>
        <p:spPr>
          <a:xfrm>
            <a:off x="6858000" y="1472817"/>
            <a:ext cx="9541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E78214"/>
                </a:solidFill>
              </a:rPr>
              <a:t>r = -0.43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1CDAD96-63C6-B68A-B4C8-290C5DD2B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89" y="1171978"/>
            <a:ext cx="5547360" cy="3415131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TRENDS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Brand, Fuel &amp; Transmission Drive Price Tiers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>
            <a:off x="502920" y="4758858"/>
            <a:ext cx="11155680" cy="1645919"/>
          </a:xfrm>
          <a:prstGeom prst="rect">
            <a:avLst/>
          </a:prstGeom>
          <a:solidFill>
            <a:srgbClr val="E7EA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731520" y="4850298"/>
            <a:ext cx="10698480" cy="1458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Truck-oriented brands top the price ranking - Ram ($33,444 median), GMC ($24,345), and Ford ($18,995) - reflecting strong regional demand for trucks/SUVs in Maine.</a:t>
            </a:r>
            <a:endParaRPr lang="en-US" sz="1400" dirty="0"/>
          </a:p>
          <a:p>
            <a:pPr marL="342900" indent="-342900" algn="just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Diesel-fueled listings command roughly 3x the median price of gas listings, driven by the same truck/heavy-duty skew rather than fuel type itself.</a:t>
            </a:r>
            <a:endParaRPr lang="en-US" sz="1400" dirty="0"/>
          </a:p>
          <a:p>
            <a:pPr marL="342900" indent="-342900" algn="just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transmission dominates the market (90% of listings), leaving limited manual-transmission inventory as a smaller, likely enthusiast-driven segment.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Northeastern University | Introduction to Applied Statistics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A7E2DDF-6AA8-90E6-D284-7E71A33298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6722" y="1171978"/>
            <a:ext cx="5547360" cy="34151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Price, Mileage, Age &amp; Year Move Together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>
            <a:off x="502920" y="5243890"/>
            <a:ext cx="11155680" cy="1051560"/>
          </a:xfrm>
          <a:prstGeom prst="rect">
            <a:avLst/>
          </a:prstGeom>
          <a:solidFill>
            <a:srgbClr val="E7EA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731520" y="533533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and odometer are themselves correlated (r = 0.50). Older vehicles have accumulated more mileage, so their effects on price partly overlap rather than add independently.</a:t>
            </a:r>
            <a:endParaRPr lang="en-US" sz="1400" dirty="0"/>
          </a:p>
          <a:p>
            <a:pPr marL="342900" indent="-342900" algn="just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all listings (~90%) are automatic transmission, and “excellent” is the most common self-reported condition among sellers who specify one.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Northeastern University | Introduction to Applied Statistics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F13E53-3020-A801-0D81-BD2642A08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92" y="1321905"/>
            <a:ext cx="4015409" cy="363202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C0EDD5B-6B1D-6A77-706F-404DE65C8C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162" y="1892406"/>
            <a:ext cx="2981739" cy="21282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F3401B5-E6F4-E694-B633-7054583371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0184" y="1892406"/>
            <a:ext cx="3748416" cy="24266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Outliers &amp; Market Anomalies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>
            <a:off x="6172200" y="4114800"/>
            <a:ext cx="5486400" cy="1874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6400800" y="4251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DATA-QUALITY FINDING</a:t>
            </a:r>
            <a:endParaRPr lang="en-US" dirty="0"/>
          </a:p>
        </p:txBody>
      </p:sp>
      <p:sp>
        <p:nvSpPr>
          <p:cNvPr id="8" name="Text 4"/>
          <p:cNvSpPr txBox="1"/>
          <p:nvPr/>
        </p:nvSpPr>
        <p:spPr>
          <a:xfrm>
            <a:off x="6400800" y="4605792"/>
            <a:ext cx="4937760" cy="1047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 listings (10.5% of raw data) were priced at exactly $99 across 20+ brands, which is a dealer software default, not a real transaction price. Left uncorrected, this artifact would have fabricated a fake low-price cluster and biased every downstream price statistic.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02920" y="4572000"/>
            <a:ext cx="5486400" cy="1417320"/>
          </a:xfrm>
          <a:prstGeom prst="rect">
            <a:avLst/>
          </a:prstGeom>
          <a:solidFill>
            <a:srgbClr val="E7EA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731520" y="466344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listings remain flagged as legitimate high-price outliers (&gt; Q3 + 1.5×IQR, which is above ~$47,000) after cleaning (mainly late-model diesel trucks and luxury SUVs). These are retained in the analysis as real market signal, not errors.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Northeastern University | Introduction to Applied Statistics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8EB3566-831B-848F-4C87-225CB30EA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29360"/>
            <a:ext cx="5440680" cy="3022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A234457-4918-7E5A-3366-CF6AD2122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831848"/>
            <a:ext cx="5468112" cy="18227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&amp; Strategic Next Steps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3949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1000"/>
              </a:spcAft>
              <a:buSzPct val="100000"/>
              <a:buChar char="●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right-skewed and best summarized by the median ($12,988), not the mean.</a:t>
            </a:r>
            <a:endParaRPr lang="en-US" dirty="0"/>
          </a:p>
          <a:p>
            <a:pPr marL="342900" indent="-342900" algn="just">
              <a:spcAft>
                <a:spcPts val="1000"/>
              </a:spcAft>
              <a:buSzPct val="100000"/>
              <a:buChar char="●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and mileage each explain a moderate share of price variation. Neither alone is sufficient for pricing.</a:t>
            </a:r>
            <a:endParaRPr lang="en-US" dirty="0"/>
          </a:p>
          <a:p>
            <a:pPr marL="342900" indent="-342900" algn="just">
              <a:spcAft>
                <a:spcPts val="1000"/>
              </a:spcAft>
              <a:buSzPct val="100000"/>
              <a:buChar char="●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tier (truck-oriented vs. compact/economy) is a stronger price driver than fuel type or transmission alone.</a:t>
            </a:r>
            <a:endParaRPr lang="en-US" dirty="0"/>
          </a:p>
          <a:p>
            <a:pPr marL="342900" indent="-342900" algn="just">
              <a:spcAft>
                <a:spcPts val="1000"/>
              </a:spcAft>
              <a:buSzPct val="100000"/>
              <a:buChar char="●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issues (placeholder prices) can silently dominate a naive analysis, so detection and removal was essential.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309360" y="1417320"/>
            <a:ext cx="0" cy="4663440"/>
          </a:xfrm>
          <a:prstGeom prst="line">
            <a:avLst/>
          </a:prstGeom>
          <a:noFill/>
          <a:ln w="19050">
            <a:solidFill>
              <a:srgbClr val="3A4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58368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1783080"/>
            <a:ext cx="5120640" cy="3934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1000"/>
              </a:spcAft>
              <a:buSzPct val="100000"/>
              <a:buChar char="●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multivariate price model (brand, age, mileage, condition, fuel) to isolate each factor's independent effect.</a:t>
            </a:r>
            <a:endParaRPr lang="en-US" dirty="0"/>
          </a:p>
          <a:p>
            <a:pPr marL="342900" indent="-342900" algn="just">
              <a:spcAft>
                <a:spcPts val="1000"/>
              </a:spcAft>
              <a:buSzPct val="100000"/>
              <a:buChar char="●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sample beyond Maine to test whether brand price tiers and depreciation rates generalize regionally.</a:t>
            </a:r>
            <a:endParaRPr lang="en-US" dirty="0"/>
          </a:p>
          <a:p>
            <a:pPr marL="342900" indent="-342900" algn="just">
              <a:spcAft>
                <a:spcPts val="1000"/>
              </a:spcAft>
              <a:buSzPct val="100000"/>
              <a:buChar char="●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rules-based data-quality check for teaser/placeholder prices ($99, $1, round-number defaults) to any future scrape.</a:t>
            </a:r>
            <a:endParaRPr lang="en-US" dirty="0"/>
          </a:p>
          <a:p>
            <a:pPr marL="342900" indent="-342900" algn="just">
              <a:spcAft>
                <a:spcPts val="1000"/>
              </a:spcAft>
              <a:buSzPct val="100000"/>
              <a:buChar char="●"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76 flagged high-price outliers individually to confirm they reflect genuine premium listings.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Northeastern University | Introduction to Applied Statistics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 R Environment &amp; Code Structure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Packages Used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tidyverse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570016" y="1783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 &amp; ggplot2 visualization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500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janitor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570016" y="23500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clean_names(), consistent column naming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91693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lubridate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70016" y="291693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posting_date to datetime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48386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patchwork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570016" y="348386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multi-panel chart layouts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0507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scales / corrplot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570016" y="40507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formatting &amp; correlation heatmap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13716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Structure (used_cars_eda.R)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00800" y="1783080"/>
            <a:ext cx="5212080" cy="4023360"/>
          </a:xfrm>
          <a:prstGeom prst="rect">
            <a:avLst/>
          </a:prstGeom>
          <a:solidFill>
            <a:srgbClr val="E7EA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548581" y="1965960"/>
            <a:ext cx="491374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 Setup: libraries, seed, exec theme()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Load: read_csv() + clean_names()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Cleaning: documented, logged filter pipeline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Descriptive statistics: mean/median/sd/IQR/skew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Visualizations: ggplot2 panels (uni/bi/multivariate)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Export: cleaned CSV + PNG chart panels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Northeastern University | Introduction to Applied Statistics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a8eec281-aaa3-4dae-ac9b-9a398b9215e7}" enabled="0" method="" siteId="{a8eec281-aaa3-4dae-ac9b-9a398b9215e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1329</Words>
  <Application>Microsoft Office PowerPoint</Application>
  <PresentationFormat>Widescreen</PresentationFormat>
  <Paragraphs>152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Doan Duy Khoa Nguyen</cp:lastModifiedBy>
  <cp:revision>1</cp:revision>
  <dcterms:created xsi:type="dcterms:W3CDTF">2026-09-26T22:04:21Z</dcterms:created>
  <dcterms:modified xsi:type="dcterms:W3CDTF">2026-09-27T22:42:51Z</dcterms:modified>
</cp:coreProperties>
</file>